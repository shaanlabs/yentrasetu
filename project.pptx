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72" r:id="rId3"/>
    <p:sldId id="273" r:id="rId4"/>
    <p:sldId id="274" r:id="rId5"/>
    <p:sldId id="275" r:id="rId6"/>
    <p:sldId id="276" r:id="rId7"/>
    <p:sldId id="277" r:id="rId8"/>
    <p:sldId id="278" r:id="rId9"/>
    <p:sldId id="279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71" r:id="rId18"/>
    <p:sldId id="288" r:id="rId19"/>
    <p:sldId id="289" r:id="rId20"/>
    <p:sldId id="290" r:id="rId21"/>
    <p:sldId id="291" r:id="rId22"/>
    <p:sldId id="292" r:id="rId23"/>
    <p:sldId id="293" r:id="rId24"/>
    <p:sldId id="270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3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0985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668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YantraSetu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2072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7025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9E3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India's Premier Heavy Equipment Marketplace Platform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3525520"/>
            <a:ext cx="4572000" cy="4572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733800"/>
            <a:ext cx="407259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F75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Yantra (Machine) + Setu (Bridge)  =  Bridge of Machines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4320" y="6400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F75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YantraSetu  •  India's Heavy Equipment Marketplace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772400" y="64008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F75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/ 15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FD3ED3-5EF9-E8C6-D8CB-FBDDEA6B3E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609" y="0"/>
            <a:ext cx="835678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160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E594EE-80D1-160C-BBB4-56C732769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609" y="0"/>
            <a:ext cx="835678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450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A90A42-AD7C-0B8F-4937-21FF9A2EF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192"/>
            <a:ext cx="9144000" cy="4889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6519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659992-E9E7-782A-4203-0B1E4AA8E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1919"/>
            <a:ext cx="9144000" cy="4519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681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0BD776-6F52-EDEA-304B-0EB4E8484F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50829"/>
            <a:ext cx="9144000" cy="3041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8738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AF908A-EB61-494E-6C34-5044EA1D9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50829"/>
            <a:ext cx="9144000" cy="3041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3333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884E16-D16E-CCD1-C25A-2A5BA43209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4453"/>
            <a:ext cx="9144000" cy="3774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316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74B8EB-11F1-6082-57C3-20DB9370F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609" y="0"/>
            <a:ext cx="835678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187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EAA653-9A85-BB09-A17C-2898FFBDBC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9726"/>
            <a:ext cx="9144000" cy="414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1215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8C2A9F-1613-09FB-C8D7-1CB828FEDA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4453"/>
            <a:ext cx="9144000" cy="3774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7113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FC3C90-FDC3-E0F4-323C-0C3B166347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50829"/>
            <a:ext cx="9144000" cy="3041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666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FFF548-3554-8647-A36C-41AC98FA5F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4453"/>
            <a:ext cx="9144000" cy="3774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2008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D064F7-CEA0-30BD-3E43-08EDCA1FA3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50829"/>
            <a:ext cx="9144000" cy="3041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3740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E15C21-A7BF-E43C-31F2-E3A01A6246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50829"/>
            <a:ext cx="9144000" cy="3041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4393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F4EC65-927C-DBF0-82DF-45991B9939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50829"/>
            <a:ext cx="9144000" cy="3041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8868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Entity-relationship diagram for user database">
            <a:extLst>
              <a:ext uri="{FF2B5EF4-FFF2-40B4-BE49-F238E27FC236}">
                <a16:creationId xmlns:a16="http://schemas.microsoft.com/office/drawing/2014/main" id="{B659FB1F-D408-C5FE-ADA4-0EFD8A85D1A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65EADB-1CC1-088F-212E-43B4A2CC8C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456" y="274320"/>
            <a:ext cx="8503920" cy="4712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4536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55BA5D-CDE7-F313-46D6-BE6904F87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7020"/>
            <a:ext cx="9144000" cy="2749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5246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40AC0A-7FE7-F7AD-14FF-26A354B866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034" y="343015"/>
            <a:ext cx="9144000" cy="4513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5026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964549-6EBA-FF23-DF27-1A75F3F7AA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514"/>
            <a:ext cx="9144000" cy="4954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6506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6DC4EC-9A6B-B0B8-63AB-CD74B3ADC0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122" y="0"/>
            <a:ext cx="361175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3145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330F9D-A44C-B0E8-E503-F77629F5BC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795"/>
            <a:ext cx="9144000" cy="4969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2039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1BBAC5-6E1B-E356-11B7-75650407D5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570" y="0"/>
            <a:ext cx="508085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4147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3200400" y="2834640"/>
            <a:ext cx="2743200" cy="54864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108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9E3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YantraSetu — India's Heavy Equipment Marketplace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" y="5303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&amp; Discussion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74320" y="6400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F75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YantraSetu  •  India's Heavy Equipment Marketplace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772400" y="64008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F757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/ 15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52</Words>
  <Application>Microsoft Office PowerPoint</Application>
  <PresentationFormat>On-screen Show (16:9)</PresentationFormat>
  <Paragraphs>12</Paragraphs>
  <Slides>24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ShaanLabs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YantraSetu - India's Heavy Equipment Marketplace</dc:title>
  <dc:subject>YantraSetu - Project Presentation</dc:subject>
  <dc:creator>YantraSetu Team</dc:creator>
  <cp:lastModifiedBy>SHAANIF AHMED</cp:lastModifiedBy>
  <cp:revision>2</cp:revision>
  <dcterms:created xsi:type="dcterms:W3CDTF">2026-04-21T05:51:07Z</dcterms:created>
  <dcterms:modified xsi:type="dcterms:W3CDTF">2026-04-22T07:07:10Z</dcterms:modified>
</cp:coreProperties>
</file>